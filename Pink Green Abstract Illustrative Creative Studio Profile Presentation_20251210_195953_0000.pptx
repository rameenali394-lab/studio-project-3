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8288000" cy="10287000"/>
  <p:notesSz cx="6858000" cy="9144000"/>
  <p:embeddedFontLst>
    <p:embeddedFont>
      <p:font typeface="Canva Sans Bold" charset="1" panose="020B0803030501040103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27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017917">
            <a:off x="9144000" y="-1027300"/>
            <a:ext cx="9766536" cy="9322602"/>
          </a:xfrm>
          <a:custGeom>
            <a:avLst/>
            <a:gdLst/>
            <a:ahLst/>
            <a:cxnLst/>
            <a:rect r="r" b="b" t="t" l="l"/>
            <a:pathLst>
              <a:path h="9322602" w="9766536">
                <a:moveTo>
                  <a:pt x="0" y="0"/>
                </a:moveTo>
                <a:lnTo>
                  <a:pt x="9766536" y="0"/>
                </a:lnTo>
                <a:lnTo>
                  <a:pt x="9766536" y="9322602"/>
                </a:lnTo>
                <a:lnTo>
                  <a:pt x="0" y="9322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007895">
            <a:off x="683963" y="2153661"/>
            <a:ext cx="10904506" cy="10329541"/>
          </a:xfrm>
          <a:custGeom>
            <a:avLst/>
            <a:gdLst/>
            <a:ahLst/>
            <a:cxnLst/>
            <a:rect r="r" b="b" t="t" l="l"/>
            <a:pathLst>
              <a:path h="10329541" w="10904506">
                <a:moveTo>
                  <a:pt x="0" y="0"/>
                </a:moveTo>
                <a:lnTo>
                  <a:pt x="10904506" y="0"/>
                </a:lnTo>
                <a:lnTo>
                  <a:pt x="10904506" y="10329541"/>
                </a:lnTo>
                <a:lnTo>
                  <a:pt x="0" y="10329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87093" y="2123470"/>
            <a:ext cx="14944271" cy="2373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46"/>
              </a:lnSpc>
            </a:pPr>
            <a:r>
              <a:rPr lang="en-US" b="true" sz="1389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Studio project #3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203058" y="4652327"/>
            <a:ext cx="388188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Oil painting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65D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82909" y="410771"/>
            <a:ext cx="14268332" cy="9536623"/>
          </a:xfrm>
          <a:custGeom>
            <a:avLst/>
            <a:gdLst/>
            <a:ahLst/>
            <a:cxnLst/>
            <a:rect r="r" b="b" t="t" l="l"/>
            <a:pathLst>
              <a:path h="9536623" w="14268332">
                <a:moveTo>
                  <a:pt x="0" y="0"/>
                </a:moveTo>
                <a:lnTo>
                  <a:pt x="14268332" y="0"/>
                </a:lnTo>
                <a:lnTo>
                  <a:pt x="14268332" y="9536623"/>
                </a:lnTo>
                <a:lnTo>
                  <a:pt x="0" y="95366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9412" r="0" b="-49412"/>
            </a:stretch>
          </a:blipFill>
        </p:spPr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DAG7HWuBw5s</dc:identifier>
  <dcterms:modified xsi:type="dcterms:W3CDTF">2011-08-01T06:04:30Z</dcterms:modified>
  <cp:revision>1</cp:revision>
  <dc:title>Pink Green Abstract Illustrative Creative Studio Profile Presentation</dc:title>
</cp:coreProperties>
</file>